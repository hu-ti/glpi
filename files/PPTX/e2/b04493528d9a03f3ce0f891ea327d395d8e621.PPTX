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62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EDBE-FD96-4BA4-B7DA-94557812B04D}" type="datetimeFigureOut">
              <a:rPr lang="pt-BR" smtClean="0"/>
              <a:t>26/04/2019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6830-99F6-4860-AEDC-EAF2B78BE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317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EDBE-FD96-4BA4-B7DA-94557812B04D}" type="datetimeFigureOut">
              <a:rPr lang="pt-BR" smtClean="0"/>
              <a:t>26/04/2019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6830-99F6-4860-AEDC-EAF2B78BE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484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EDBE-FD96-4BA4-B7DA-94557812B04D}" type="datetimeFigureOut">
              <a:rPr lang="pt-BR" smtClean="0"/>
              <a:t>26/04/2019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6830-99F6-4860-AEDC-EAF2B78BE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38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EDBE-FD96-4BA4-B7DA-94557812B04D}" type="datetimeFigureOut">
              <a:rPr lang="pt-BR" smtClean="0"/>
              <a:t>26/04/2019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6830-99F6-4860-AEDC-EAF2B78BE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3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EDBE-FD96-4BA4-B7DA-94557812B04D}" type="datetimeFigureOut">
              <a:rPr lang="pt-BR" smtClean="0"/>
              <a:t>26/04/2019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6830-99F6-4860-AEDC-EAF2B78BE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878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EDBE-FD96-4BA4-B7DA-94557812B04D}" type="datetimeFigureOut">
              <a:rPr lang="pt-BR" smtClean="0"/>
              <a:t>26/04/2019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6830-99F6-4860-AEDC-EAF2B78BE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5236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EDBE-FD96-4BA4-B7DA-94557812B04D}" type="datetimeFigureOut">
              <a:rPr lang="pt-BR" smtClean="0"/>
              <a:t>26/04/2019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6830-99F6-4860-AEDC-EAF2B78BE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68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EDBE-FD96-4BA4-B7DA-94557812B04D}" type="datetimeFigureOut">
              <a:rPr lang="pt-BR" smtClean="0"/>
              <a:t>26/04/2019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6830-99F6-4860-AEDC-EAF2B78BE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EDBE-FD96-4BA4-B7DA-94557812B04D}" type="datetimeFigureOut">
              <a:rPr lang="pt-BR" smtClean="0"/>
              <a:t>26/04/2019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6830-99F6-4860-AEDC-EAF2B78BE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5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EDBE-FD96-4BA4-B7DA-94557812B04D}" type="datetimeFigureOut">
              <a:rPr lang="pt-BR" smtClean="0"/>
              <a:t>26/04/2019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6830-99F6-4860-AEDC-EAF2B78BE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727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CEDBE-FD96-4BA4-B7DA-94557812B04D}" type="datetimeFigureOut">
              <a:rPr lang="pt-BR" smtClean="0"/>
              <a:t>26/04/2019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6830-99F6-4860-AEDC-EAF2B78BE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43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CEDBE-FD96-4BA4-B7DA-94557812B04D}" type="datetimeFigureOut">
              <a:rPr lang="pt-BR" smtClean="0"/>
              <a:t>26/04/2019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B6830-99F6-4860-AEDC-EAF2B78BE1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949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8532440" cy="6399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329" y="548681"/>
            <a:ext cx="142681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87364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Apresentação na tela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>SSMD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HMD</dc:creator>
  <cp:lastModifiedBy>HMD</cp:lastModifiedBy>
  <cp:revision>1</cp:revision>
  <dcterms:created xsi:type="dcterms:W3CDTF">2019-04-26T18:31:37Z</dcterms:created>
  <dcterms:modified xsi:type="dcterms:W3CDTF">2019-04-26T18:33:36Z</dcterms:modified>
</cp:coreProperties>
</file>