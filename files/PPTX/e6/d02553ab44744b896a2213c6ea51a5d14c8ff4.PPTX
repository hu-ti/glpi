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2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66B0-D417-45FD-8CBA-46AE0D8D9413}" type="datetimeFigureOut">
              <a:rPr lang="pt-BR" smtClean="0"/>
              <a:t>26/12/2017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D80F-16C6-4969-8A1A-26B69D53127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66B0-D417-45FD-8CBA-46AE0D8D9413}" type="datetimeFigureOut">
              <a:rPr lang="pt-BR" smtClean="0"/>
              <a:t>26/12/2017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D80F-16C6-4969-8A1A-26B69D53127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66B0-D417-45FD-8CBA-46AE0D8D9413}" type="datetimeFigureOut">
              <a:rPr lang="pt-BR" smtClean="0"/>
              <a:t>26/12/2017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D80F-16C6-4969-8A1A-26B69D53127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66B0-D417-45FD-8CBA-46AE0D8D9413}" type="datetimeFigureOut">
              <a:rPr lang="pt-BR" smtClean="0"/>
              <a:t>26/12/2017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D80F-16C6-4969-8A1A-26B69D53127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66B0-D417-45FD-8CBA-46AE0D8D9413}" type="datetimeFigureOut">
              <a:rPr lang="pt-BR" smtClean="0"/>
              <a:t>26/12/2017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D80F-16C6-4969-8A1A-26B69D53127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66B0-D417-45FD-8CBA-46AE0D8D9413}" type="datetimeFigureOut">
              <a:rPr lang="pt-BR" smtClean="0"/>
              <a:t>26/12/2017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D80F-16C6-4969-8A1A-26B69D53127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66B0-D417-45FD-8CBA-46AE0D8D9413}" type="datetimeFigureOut">
              <a:rPr lang="pt-BR" smtClean="0"/>
              <a:t>26/12/2017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D80F-16C6-4969-8A1A-26B69D53127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66B0-D417-45FD-8CBA-46AE0D8D9413}" type="datetimeFigureOut">
              <a:rPr lang="pt-BR" smtClean="0"/>
              <a:t>26/12/2017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D80F-16C6-4969-8A1A-26B69D53127D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66B0-D417-45FD-8CBA-46AE0D8D9413}" type="datetimeFigureOut">
              <a:rPr lang="pt-BR" smtClean="0"/>
              <a:t>26/12/2017</a:t>
            </a:fld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9BD80F-16C6-4969-8A1A-26B69D53127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66B0-D417-45FD-8CBA-46AE0D8D9413}" type="datetimeFigureOut">
              <a:rPr lang="pt-BR" smtClean="0"/>
              <a:t>26/12/2017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D80F-16C6-4969-8A1A-26B69D53127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66B0-D417-45FD-8CBA-46AE0D8D9413}" type="datetimeFigureOut">
              <a:rPr lang="pt-BR" smtClean="0"/>
              <a:t>26/12/2017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D80F-16C6-4969-8A1A-26B69D53127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7A9BD80F-16C6-4969-8A1A-26B69D53127D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954666B0-D417-45FD-8CBA-46AE0D8D9413}" type="datetimeFigureOut">
              <a:rPr lang="pt-BR" smtClean="0"/>
              <a:t>26/12/2017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700809"/>
            <a:ext cx="7772400" cy="1368151"/>
          </a:xfrm>
        </p:spPr>
        <p:txBody>
          <a:bodyPr>
            <a:normAutofit/>
          </a:bodyPr>
          <a:lstStyle/>
          <a:p>
            <a:r>
              <a:rPr lang="pt-BR" sz="5400" b="1" dirty="0" smtClean="0">
                <a:solidFill>
                  <a:srgbClr val="FF0000"/>
                </a:solidFill>
              </a:rPr>
              <a:t>             LIDERANÇA</a:t>
            </a:r>
            <a:endParaRPr lang="pt-BR" sz="5400" b="1" dirty="0">
              <a:solidFill>
                <a:srgbClr val="FF0000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03648" y="3861048"/>
            <a:ext cx="6400800" cy="1752600"/>
          </a:xfrm>
        </p:spPr>
        <p:txBody>
          <a:bodyPr>
            <a:normAutofit/>
          </a:bodyPr>
          <a:lstStyle/>
          <a:p>
            <a:endParaRPr lang="pt-BR" sz="4400" b="1" dirty="0" smtClean="0">
              <a:solidFill>
                <a:srgbClr val="0070C0"/>
              </a:solidFill>
            </a:endParaRPr>
          </a:p>
          <a:p>
            <a:r>
              <a:rPr lang="pt-BR" sz="4400" b="1" dirty="0" smtClean="0">
                <a:solidFill>
                  <a:srgbClr val="0070C0"/>
                </a:solidFill>
              </a:rPr>
              <a:t>    COMO FAZER?????</a:t>
            </a:r>
            <a:endParaRPr lang="pt-BR" sz="4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38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LIDERANÇA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600200"/>
            <a:ext cx="8568952" cy="4940027"/>
          </a:xfrm>
        </p:spPr>
        <p:txBody>
          <a:bodyPr/>
          <a:lstStyle/>
          <a:p>
            <a:pPr marL="114300" indent="0">
              <a:buNone/>
            </a:pPr>
            <a:endParaRPr lang="pt-BR" b="1" dirty="0" smtClean="0"/>
          </a:p>
          <a:p>
            <a:pPr marL="114300" indent="0">
              <a:buNone/>
            </a:pPr>
            <a:r>
              <a:rPr lang="pt-BR" b="1" dirty="0" smtClean="0"/>
              <a:t>É </a:t>
            </a:r>
            <a:r>
              <a:rPr lang="pt-BR" b="1" dirty="0" smtClean="0"/>
              <a:t>a arte de comandar pessoas, atraindo os seguidores e influenciando de forma POSITIVA  mentalidades e comportamentos...</a:t>
            </a:r>
            <a:endParaRPr lang="pt-BR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573016"/>
            <a:ext cx="4032448" cy="296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790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b="1" dirty="0" smtClean="0"/>
              <a:t>LÍDER</a:t>
            </a:r>
            <a:endParaRPr lang="pt-BR" sz="48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sz="3600" b="1" dirty="0" smtClean="0"/>
              <a:t>Significa CUIDAR - </a:t>
            </a:r>
            <a:r>
              <a:rPr lang="pt-BR" sz="3600" dirty="0" smtClean="0"/>
              <a:t>De pessoas e desenvolvê-las .</a:t>
            </a:r>
          </a:p>
          <a:p>
            <a:pPr marL="0" indent="0">
              <a:buNone/>
            </a:pPr>
            <a:endParaRPr lang="pt-BR" sz="3600" b="1" dirty="0" smtClean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b="1" dirty="0" smtClean="0"/>
              <a:t>Saber OUVIR - </a:t>
            </a:r>
            <a:r>
              <a:rPr lang="pt-BR" sz="3600" dirty="0" smtClean="0"/>
              <a:t>Mais importante do que falar.</a:t>
            </a:r>
          </a:p>
          <a:p>
            <a:pPr marL="0" indent="0">
              <a:buNone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28929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496944" cy="1143000"/>
          </a:xfrm>
        </p:spPr>
        <p:txBody>
          <a:bodyPr/>
          <a:lstStyle/>
          <a:p>
            <a:r>
              <a:rPr lang="pt-BR" b="1" dirty="0" smtClean="0"/>
              <a:t>QUALIDADES DE UM BOM LÍDER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16832"/>
            <a:ext cx="7620000" cy="4483968"/>
          </a:xfrm>
        </p:spPr>
        <p:txBody>
          <a:bodyPr>
            <a:normAutofit/>
          </a:bodyPr>
          <a:lstStyle/>
          <a:p>
            <a:endParaRPr lang="pt-BR" b="1" dirty="0" smtClean="0"/>
          </a:p>
          <a:p>
            <a:r>
              <a:rPr lang="pt-BR" b="1" dirty="0" smtClean="0"/>
              <a:t>HONESTIDADE</a:t>
            </a:r>
            <a:r>
              <a:rPr lang="pt-BR" b="1" dirty="0" smtClean="0"/>
              <a:t>:</a:t>
            </a:r>
            <a:r>
              <a:rPr lang="pt-BR" dirty="0" smtClean="0"/>
              <a:t> Líder precisa ser admirado pela sua conduta ética;</a:t>
            </a:r>
          </a:p>
          <a:p>
            <a:r>
              <a:rPr lang="pt-BR" b="1" dirty="0" smtClean="0"/>
              <a:t>CONFIANÇA:</a:t>
            </a:r>
            <a:r>
              <a:rPr lang="pt-BR" dirty="0" smtClean="0"/>
              <a:t> Grande parte do trabalho do líder é apagar incêndios e manter a moral da equipe, para isso é necessário que os funcionários confiem no seu líder para executar as tarefas;</a:t>
            </a:r>
          </a:p>
          <a:p>
            <a:r>
              <a:rPr lang="pt-BR" b="1" dirty="0" smtClean="0"/>
              <a:t>CAPACIDADE DE DELEGAR</a:t>
            </a:r>
            <a:r>
              <a:rPr lang="pt-BR" dirty="0" smtClean="0"/>
              <a:t>: Distribuir as tarefas é essencial para criar uma equipe organizada e eficiente. Além de demonstrar confiança nos seus funcionários;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32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208912" cy="1143000"/>
          </a:xfrm>
        </p:spPr>
        <p:txBody>
          <a:bodyPr/>
          <a:lstStyle/>
          <a:p>
            <a:r>
              <a:rPr lang="pt-BR" sz="4400" b="1" dirty="0" smtClean="0"/>
              <a:t>QUALIDADES DE UM BOM LÍDER</a:t>
            </a:r>
            <a:endParaRPr lang="pt-BR" sz="4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endParaRPr lang="pt-BR" b="1" dirty="0" smtClean="0"/>
          </a:p>
          <a:p>
            <a:endParaRPr lang="pt-BR" b="1" dirty="0"/>
          </a:p>
          <a:p>
            <a:r>
              <a:rPr lang="pt-BR" sz="2400" b="1" dirty="0" smtClean="0"/>
              <a:t>CRIATIVIDADE</a:t>
            </a:r>
            <a:r>
              <a:rPr lang="pt-BR" sz="2400" b="1" dirty="0" smtClean="0"/>
              <a:t>:</a:t>
            </a:r>
            <a:r>
              <a:rPr lang="pt-BR" sz="2400" dirty="0" smtClean="0"/>
              <a:t>  É importante aprender a tomar decisões rápidas e lidar com improvisos. A criatividade pode ajudar nessas horas.</a:t>
            </a:r>
          </a:p>
          <a:p>
            <a:r>
              <a:rPr lang="pt-BR" sz="2400" b="1" dirty="0" smtClean="0"/>
              <a:t>SENSO DE HUMOR</a:t>
            </a:r>
            <a:r>
              <a:rPr lang="pt-BR" sz="2400" dirty="0" smtClean="0"/>
              <a:t>: O bom humor é um motivo para que os funcionários queiram ficar do teu lado, quebrando o clima tenso do dia a dia;</a:t>
            </a:r>
          </a:p>
          <a:p>
            <a:r>
              <a:rPr lang="pt-BR" sz="2400" b="1" dirty="0" smtClean="0"/>
              <a:t>COMPROMISSO:</a:t>
            </a:r>
            <a:r>
              <a:rPr lang="pt-BR" sz="2400" dirty="0" smtClean="0"/>
              <a:t> Com as pessoas, com os processos de trabalho, com o fazer acontecer;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1861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b="1" dirty="0" smtClean="0"/>
              <a:t>COMUNICAÇÃO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sz="3600" dirty="0" smtClean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dirty="0" smtClean="0"/>
              <a:t>Ser </a:t>
            </a:r>
            <a:r>
              <a:rPr lang="pt-BR" sz="3600" dirty="0" smtClean="0"/>
              <a:t>capaz de descrever de forma clara o que você quer para o bom funcionamento do processo e desenvolvimento da equipe.</a:t>
            </a:r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442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b="1" dirty="0" smtClean="0"/>
              <a:t>DIMENSÕES DO LÍDER</a:t>
            </a:r>
            <a:endParaRPr lang="pt-BR" sz="48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pPr marL="0" indent="0">
              <a:buNone/>
            </a:pPr>
            <a:r>
              <a:rPr lang="pt-BR" sz="3600" b="1" dirty="0" smtClean="0"/>
              <a:t>   SER</a:t>
            </a:r>
            <a:endParaRPr lang="pt-BR" sz="3600" b="1" dirty="0" smtClean="0"/>
          </a:p>
          <a:p>
            <a:pPr marL="0" indent="0">
              <a:buNone/>
            </a:pPr>
            <a:endParaRPr lang="pt-BR" sz="3600" b="1" dirty="0"/>
          </a:p>
          <a:p>
            <a:pPr marL="0" indent="0">
              <a:buNone/>
            </a:pPr>
            <a:r>
              <a:rPr lang="pt-BR" sz="3600" b="1" dirty="0" smtClean="0"/>
              <a:t>                  </a:t>
            </a:r>
            <a:r>
              <a:rPr lang="pt-BR" sz="3600" b="1" dirty="0" smtClean="0"/>
              <a:t>         </a:t>
            </a:r>
            <a:r>
              <a:rPr lang="pt-BR" sz="3600" b="1" dirty="0" smtClean="0"/>
              <a:t>SABER</a:t>
            </a:r>
          </a:p>
          <a:p>
            <a:pPr marL="0" indent="0">
              <a:buNone/>
            </a:pPr>
            <a:endParaRPr lang="pt-BR" sz="3600" b="1" dirty="0"/>
          </a:p>
          <a:p>
            <a:pPr marL="0" indent="0">
              <a:buNone/>
            </a:pPr>
            <a:r>
              <a:rPr lang="pt-BR" sz="3600" b="1" dirty="0" smtClean="0"/>
              <a:t>                                                      </a:t>
            </a:r>
            <a:r>
              <a:rPr lang="pt-BR" sz="3600" b="1" dirty="0" smtClean="0"/>
              <a:t>      </a:t>
            </a:r>
            <a:r>
              <a:rPr lang="pt-BR" sz="3600" b="1" dirty="0" smtClean="0"/>
              <a:t>FAZER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358875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O LÍDER DEVE SABER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925144"/>
          </a:xfrm>
        </p:spPr>
        <p:txBody>
          <a:bodyPr/>
          <a:lstStyle/>
          <a:p>
            <a:endParaRPr lang="pt-BR" dirty="0" smtClean="0"/>
          </a:p>
          <a:p>
            <a:r>
              <a:rPr lang="pt-BR" sz="2800" dirty="0" smtClean="0"/>
              <a:t>Conhecer sua profissão</a:t>
            </a:r>
          </a:p>
          <a:p>
            <a:endParaRPr lang="pt-BR" sz="2800" dirty="0" smtClean="0"/>
          </a:p>
          <a:p>
            <a:r>
              <a:rPr lang="pt-BR" sz="2800" dirty="0" smtClean="0"/>
              <a:t>Conhecer sua empresa</a:t>
            </a:r>
          </a:p>
          <a:p>
            <a:r>
              <a:rPr lang="pt-BR" sz="2800" dirty="0" smtClean="0"/>
              <a:t> </a:t>
            </a:r>
          </a:p>
          <a:p>
            <a:r>
              <a:rPr lang="pt-BR" sz="2800" b="1" dirty="0" smtClean="0"/>
              <a:t>CONHECER SEUS LIDERADOS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309267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O LÍDER DEVE FAZER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sz="2800" dirty="0" smtClean="0"/>
          </a:p>
          <a:p>
            <a:pPr marL="0" indent="0">
              <a:buNone/>
            </a:pPr>
            <a:r>
              <a:rPr lang="pt-BR" sz="2800" dirty="0" smtClean="0"/>
              <a:t>Faça </a:t>
            </a:r>
            <a:r>
              <a:rPr lang="pt-BR" sz="2800" dirty="0" smtClean="0"/>
              <a:t>o que eu digo. Não faça o que eu faço...</a:t>
            </a:r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r>
              <a:rPr lang="pt-BR" sz="2800" dirty="0" smtClean="0"/>
              <a:t>Esqueça esse ditado: </a:t>
            </a:r>
            <a:r>
              <a:rPr lang="pt-BR" sz="2800" b="1" dirty="0" smtClean="0"/>
              <a:t>O LÍDER </a:t>
            </a:r>
            <a:r>
              <a:rPr lang="pt-BR" sz="2800" dirty="0" smtClean="0"/>
              <a:t>precisa fazer o que diz. Ele deve ser o exemplo, inspirar sua equipe.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884353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O LÍDER DEVE SER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r>
              <a:rPr lang="pt-BR" sz="2800" dirty="0" smtClean="0"/>
              <a:t>Sincero;</a:t>
            </a:r>
          </a:p>
          <a:p>
            <a:r>
              <a:rPr lang="pt-BR" sz="2800" dirty="0" smtClean="0"/>
              <a:t>Ser justo e criterioso na aplicação de recompensas, elogios e punições;</a:t>
            </a:r>
          </a:p>
          <a:p>
            <a:r>
              <a:rPr lang="pt-BR" sz="2800" dirty="0" smtClean="0"/>
              <a:t>SER capaz de estimular a existência de um ambiente de camaradagem, uma atmosfera ética que dinamiza e </a:t>
            </a:r>
            <a:r>
              <a:rPr lang="pt-BR" sz="2800" b="1" dirty="0" smtClean="0">
                <a:solidFill>
                  <a:srgbClr val="FF0000"/>
                </a:solidFill>
              </a:rPr>
              <a:t>MOTIVA</a:t>
            </a:r>
            <a:r>
              <a:rPr lang="pt-BR" sz="2800" dirty="0" smtClean="0"/>
              <a:t> os funcionários.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4157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pt-BR" b="1" dirty="0" smtClean="0"/>
              <a:t>TIPOS DE LÍDER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556792"/>
            <a:ext cx="9144000" cy="4896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b="1" dirty="0" smtClean="0"/>
              <a:t>AUTOCRÁTICO</a:t>
            </a:r>
          </a:p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sz="2400" dirty="0" smtClean="0"/>
              <a:t>O líder tem controle sobre todas as decisões, faz as escolhas com base nas suas próprias ideias e julgamento.</a:t>
            </a:r>
          </a:p>
          <a:p>
            <a:r>
              <a:rPr lang="pt-BR" sz="2400" b="1" dirty="0" smtClean="0"/>
              <a:t>Vantagem:</a:t>
            </a:r>
            <a:r>
              <a:rPr lang="pt-BR" sz="2400" dirty="0" smtClean="0"/>
              <a:t> Redução do Stress dos funcionários, porque o líder tem o controle total.</a:t>
            </a:r>
          </a:p>
          <a:p>
            <a:r>
              <a:rPr lang="pt-BR" sz="2400" b="1" dirty="0" smtClean="0"/>
              <a:t>Desvantagem:</a:t>
            </a:r>
            <a:r>
              <a:rPr lang="pt-BR" sz="2400" dirty="0" smtClean="0"/>
              <a:t> Diminui a motivação e moral dos funcionários pois, não podem contribuir com suas ideias.</a:t>
            </a:r>
          </a:p>
          <a:p>
            <a:endParaRPr lang="pt-BR" sz="2400" dirty="0" smtClean="0"/>
          </a:p>
          <a:p>
            <a:pPr marL="0" indent="0">
              <a:buNone/>
            </a:pPr>
            <a:r>
              <a:rPr lang="pt-BR" sz="2400" dirty="0" smtClean="0"/>
              <a:t>O líder é visto pelos funcionários como mandão, controlador.</a:t>
            </a:r>
            <a:r>
              <a:rPr lang="pt-BR" sz="2800" dirty="0" smtClean="0"/>
              <a:t>..  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95651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pt-BR" b="1" dirty="0"/>
              <a:t>TIPOS DE LÍDER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b="1" dirty="0" smtClean="0"/>
              <a:t>LIBERAL</a:t>
            </a:r>
          </a:p>
          <a:p>
            <a:pPr marL="0" indent="0">
              <a:buNone/>
            </a:pPr>
            <a:r>
              <a:rPr lang="pt-BR" sz="2800" dirty="0" smtClean="0"/>
              <a:t>Líder da total liberdade aos funcionários  para tomada de decisões. A participação do líder é mínima.</a:t>
            </a:r>
          </a:p>
          <a:p>
            <a:pPr marL="0" indent="0">
              <a:buNone/>
            </a:pPr>
            <a:r>
              <a:rPr lang="pt-BR" sz="2800" b="1" dirty="0" smtClean="0"/>
              <a:t>Vantagem:</a:t>
            </a:r>
            <a:r>
              <a:rPr lang="pt-BR" sz="2800" dirty="0" smtClean="0"/>
              <a:t> Funcionários se sentem  mais a vontade para realizar as tarefas, sem uma figura controladora.</a:t>
            </a:r>
          </a:p>
          <a:p>
            <a:pPr marL="0" indent="0">
              <a:buNone/>
            </a:pPr>
            <a:r>
              <a:rPr lang="pt-BR" sz="2800" b="1" dirty="0" smtClean="0"/>
              <a:t>Desvantagem:</a:t>
            </a:r>
            <a:r>
              <a:rPr lang="pt-BR" sz="2800" dirty="0" smtClean="0"/>
              <a:t> As decisões são individuais, não existe socialização do grupo e as tarefas se desenvolvem ao acaso.</a:t>
            </a:r>
          </a:p>
          <a:p>
            <a:pPr marL="0" indent="0">
              <a:buNone/>
            </a:pPr>
            <a:r>
              <a:rPr lang="pt-BR" sz="2800" b="1" dirty="0" smtClean="0">
                <a:solidFill>
                  <a:srgbClr val="FF0000"/>
                </a:solidFill>
              </a:rPr>
              <a:t>LEMBRE-SE: </a:t>
            </a:r>
            <a:r>
              <a:rPr lang="pt-BR" sz="2800" dirty="0" smtClean="0"/>
              <a:t>Você não esta isento dos resultados finais de seu processo. Você sempre será </a:t>
            </a:r>
            <a:r>
              <a:rPr lang="pt-BR" sz="2800" b="1" dirty="0" smtClean="0"/>
              <a:t>RESPONSÁVEL...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67530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pt-BR" b="1" dirty="0"/>
              <a:t>TIPOS DE LÍDER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124744"/>
            <a:ext cx="8352928" cy="5472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 b="1" dirty="0" smtClean="0"/>
              <a:t>DEMOCRÁTICO</a:t>
            </a:r>
          </a:p>
          <a:p>
            <a:pPr marL="0" indent="0">
              <a:buNone/>
            </a:pPr>
            <a:r>
              <a:rPr lang="pt-BR" sz="2600" dirty="0" smtClean="0"/>
              <a:t>Focado muito mais nas relações humanas ou seja nos funcionários, o líder tira o melhor de sua equipe. </a:t>
            </a:r>
          </a:p>
          <a:p>
            <a:pPr marL="0" indent="0">
              <a:buNone/>
            </a:pPr>
            <a:r>
              <a:rPr lang="pt-BR" sz="2600" dirty="0" smtClean="0"/>
              <a:t>Ouve tudo e todos. Divide as decisões e responsabilidades</a:t>
            </a:r>
            <a:r>
              <a:rPr lang="pt-BR" sz="3000" dirty="0" smtClean="0"/>
              <a:t>.</a:t>
            </a:r>
          </a:p>
          <a:p>
            <a:pPr marL="0" indent="0">
              <a:buNone/>
            </a:pPr>
            <a:r>
              <a:rPr lang="pt-BR" sz="3500" b="1" dirty="0" smtClean="0"/>
              <a:t>Vantagem:</a:t>
            </a:r>
            <a:r>
              <a:rPr lang="pt-BR" sz="3500" dirty="0" smtClean="0"/>
              <a:t> </a:t>
            </a:r>
            <a:r>
              <a:rPr lang="pt-BR" sz="2600" dirty="0" smtClean="0"/>
              <a:t>Os funcionários se sentem parte de uma construção coletiva</a:t>
            </a:r>
            <a:r>
              <a:rPr lang="pt-BR" sz="3000" dirty="0" smtClean="0"/>
              <a:t>.</a:t>
            </a:r>
          </a:p>
          <a:p>
            <a:pPr marL="0" indent="0">
              <a:buNone/>
            </a:pPr>
            <a:r>
              <a:rPr lang="pt-BR" sz="3500" b="1" dirty="0" smtClean="0"/>
              <a:t>Desvantagem:</a:t>
            </a:r>
            <a:r>
              <a:rPr lang="pt-BR" sz="3000" dirty="0" smtClean="0"/>
              <a:t> </a:t>
            </a:r>
            <a:r>
              <a:rPr lang="pt-BR" sz="2600" dirty="0" smtClean="0"/>
              <a:t>Quando a equipe é muito inexperiente ou jovem, tende a prejudicar os resultados.</a:t>
            </a:r>
          </a:p>
          <a:p>
            <a:pPr marL="0" indent="0">
              <a:buNone/>
            </a:pPr>
            <a:r>
              <a:rPr lang="pt-BR" sz="2600" dirty="0" smtClean="0"/>
              <a:t>O líder consegue desenvolver seus funcionários com visão no futuro, sempre dá feedbacks e deixa um legado positivo...</a:t>
            </a:r>
          </a:p>
        </p:txBody>
      </p:sp>
    </p:spTree>
    <p:extLst>
      <p:ext uri="{BB962C8B-B14F-4D97-AF65-F5344CB8AC3E}">
        <p14:creationId xmlns:p14="http://schemas.microsoft.com/office/powerpoint/2010/main" val="245426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TIPOS DE LÍDER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endParaRPr lang="pt-BR" dirty="0"/>
          </a:p>
          <a:p>
            <a:pPr marL="0" indent="0">
              <a:buNone/>
            </a:pPr>
            <a:r>
              <a:rPr lang="pt-BR" sz="4000" dirty="0" smtClean="0">
                <a:solidFill>
                  <a:srgbClr val="0070C0"/>
                </a:solidFill>
                <a:latin typeface="Bauhaus 93" panose="04030905020B02020C02" pitchFamily="82" charset="0"/>
              </a:rPr>
              <a:t>ESCOLHA SEU TIPO E UTILIZE SUAS ENERGIAS PARA SER ADMIRADO PELO SEU GRUPO E NÃO REGEITADO POR ELES... </a:t>
            </a:r>
            <a:endParaRPr lang="pt-BR" sz="4000" dirty="0">
              <a:solidFill>
                <a:srgbClr val="0070C0"/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Adjacência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211</TotalTime>
  <Words>572</Words>
  <Application>Microsoft Office PowerPoint</Application>
  <PresentationFormat>Apresentação na tela (4:3)</PresentationFormat>
  <Paragraphs>77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Adjacência</vt:lpstr>
      <vt:lpstr>             LIDERANÇA</vt:lpstr>
      <vt:lpstr>LIDERANÇA</vt:lpstr>
      <vt:lpstr>LÍDER</vt:lpstr>
      <vt:lpstr>QUALIDADES DE UM BOM LÍDER</vt:lpstr>
      <vt:lpstr>QUALIDADES DE UM BOM LÍDER</vt:lpstr>
      <vt:lpstr>COMUNICAÇÃO</vt:lpstr>
      <vt:lpstr>DIMENSÕES DO LÍDER</vt:lpstr>
      <vt:lpstr>O LÍDER DEVE SABER</vt:lpstr>
      <vt:lpstr>O LÍDER DEVE FAZER</vt:lpstr>
      <vt:lpstr>O LÍDER DEVE SER</vt:lpstr>
      <vt:lpstr>TIPOS DE LÍDER</vt:lpstr>
      <vt:lpstr>TIPOS DE LÍDER</vt:lpstr>
      <vt:lpstr>TIPOS DE LÍDER</vt:lpstr>
      <vt:lpstr>TIPOS DE LÍDER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ana.carvalho</dc:creator>
  <cp:lastModifiedBy>ana.carvalho</cp:lastModifiedBy>
  <cp:revision>17</cp:revision>
  <dcterms:created xsi:type="dcterms:W3CDTF">2017-12-22T12:48:40Z</dcterms:created>
  <dcterms:modified xsi:type="dcterms:W3CDTF">2017-12-26T12:11:05Z</dcterms:modified>
</cp:coreProperties>
</file>